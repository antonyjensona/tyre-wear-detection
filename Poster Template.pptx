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0267275" cy="42794238"/>
  <p:notesSz cx="6888163" cy="10018713"/>
  <p:defaultTextStyle>
    <a:defPPr>
      <a:defRPr lang="en-US"/>
    </a:defPPr>
    <a:lvl1pPr marL="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27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455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183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9113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639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366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094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9822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A60A3-E535-4EAA-B84A-A21829558896}" v="3" dt="2024-04-24T07:34:12.155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>
        <p:scale>
          <a:sx n="30" d="100"/>
          <a:sy n="30" d="100"/>
        </p:scale>
        <p:origin x="1325" y="19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079" cy="5016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523" y="0"/>
            <a:ext cx="2985079" cy="5016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41A0F-CB0B-432D-A79D-AFD085F92122}" type="datetimeFigureOut">
              <a:rPr lang="en-IN" smtClean="0"/>
              <a:pPr/>
              <a:t>13-08-2025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49488" y="1252538"/>
            <a:ext cx="23891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505" y="4821035"/>
            <a:ext cx="5511155" cy="394619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094"/>
            <a:ext cx="2985079" cy="5016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523" y="9517094"/>
            <a:ext cx="2985079" cy="5016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904DA-12A0-4CF6-8F64-CD1759215A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640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endParaRPr lang="en-US" sz="44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</p:txBody>
      </p:sp>
      <p:sp>
        <p:nvSpPr>
          <p:cNvPr id="13" name="Instructions"/>
          <p:cNvSpPr/>
          <p:nvPr userDrawn="1"/>
        </p:nvSpPr>
        <p:spPr>
          <a:xfrm>
            <a:off x="31108033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228600" rIns="228600" bIns="228600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endParaRPr lang="en-US" sz="4400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pPr/>
              <a:t>8/13/2025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4" y="1713754"/>
            <a:ext cx="27240548" cy="7132373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4" y="9985326"/>
            <a:ext cx="27240548" cy="28242219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pPr/>
              <a:t>8/13/2025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2"/>
            <a:ext cx="9584637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174556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850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69699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549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398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8" indent="-434850" algn="l" defTabSz="4174556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0029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7307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4585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1863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27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455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183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9113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639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366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094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9822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5178836" y="656808"/>
            <a:ext cx="21117102" cy="321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7200" b="1" dirty="0">
                <a:solidFill>
                  <a:schemeClr val="bg1"/>
                </a:solidFill>
              </a:rPr>
              <a:t>TITLE</a:t>
            </a:r>
            <a:endParaRPr lang="en-US" sz="7200" b="1" dirty="0">
              <a:solidFill>
                <a:schemeClr val="bg1"/>
              </a:solidFill>
              <a:latin typeface="Calibri" pitchFamily="34" charset="0"/>
            </a:endParaRPr>
          </a:p>
          <a:p>
            <a:pPr algn="ctr"/>
            <a:endParaRPr lang="en-US" sz="80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4689077" y="2815990"/>
            <a:ext cx="21117102" cy="3108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173940" rIns="173940" bIns="17394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4800" b="1" dirty="0">
                <a:solidFill>
                  <a:schemeClr val="bg1"/>
                </a:solidFill>
                <a:latin typeface="Calibri" pitchFamily="34" charset="0"/>
              </a:rPr>
              <a:t>NAME OF STUDENTS </a:t>
            </a:r>
          </a:p>
          <a:p>
            <a:pPr algn="ctr"/>
            <a:r>
              <a:rPr lang="en-US" sz="4800" b="1" dirty="0">
                <a:solidFill>
                  <a:schemeClr val="bg1"/>
                </a:solidFill>
                <a:latin typeface="Calibri" pitchFamily="34" charset="0"/>
              </a:rPr>
              <a:t>Project Guide: NAME OF FACULTY</a:t>
            </a:r>
            <a:endParaRPr lang="en-US" sz="48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459792" y="7521991"/>
            <a:ext cx="8493710" cy="466014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IN" sz="4000" dirty="0">
                <a:latin typeface="-apple-system"/>
              </a:rPr>
              <a:t>…….</a:t>
            </a:r>
          </a:p>
          <a:p>
            <a:pPr algn="just" eaLnBrk="1" hangingPunct="1"/>
            <a:endParaRPr lang="en-IN" sz="4000" dirty="0">
              <a:latin typeface="-apple-system"/>
            </a:endParaRPr>
          </a:p>
          <a:p>
            <a:pPr algn="just" eaLnBrk="1" hangingPunct="1"/>
            <a:endParaRPr lang="en-IN" sz="4000" dirty="0">
              <a:latin typeface="-apple-system"/>
            </a:endParaRPr>
          </a:p>
          <a:p>
            <a:pPr algn="just" eaLnBrk="1" hangingPunct="1"/>
            <a:endParaRPr lang="en-IN" sz="4000" dirty="0">
              <a:latin typeface="-apple-system"/>
            </a:endParaRPr>
          </a:p>
          <a:p>
            <a:pPr algn="just" eaLnBrk="1" hangingPunct="1"/>
            <a:endParaRPr lang="en-IN" sz="4000" dirty="0">
              <a:latin typeface="-apple-system"/>
            </a:endParaRPr>
          </a:p>
          <a:p>
            <a:pPr algn="just" eaLnBrk="1" hangingPunct="1"/>
            <a:r>
              <a:rPr lang="en-IN" sz="4000" dirty="0">
                <a:latin typeface="-apple-system"/>
              </a:rPr>
              <a:t>……</a:t>
            </a:r>
          </a:p>
          <a:p>
            <a:pPr algn="just" eaLnBrk="1" hangingPunct="1"/>
            <a:endParaRPr lang="en-US" sz="4000" dirty="0">
              <a:latin typeface="Calibri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526193" y="6214652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Introduction</a:t>
            </a:r>
          </a:p>
        </p:txBody>
      </p:sp>
      <p:sp>
        <p:nvSpPr>
          <p:cNvPr id="15" name="Text Box 194"/>
          <p:cNvSpPr txBox="1">
            <a:spLocks noChangeArrowheads="1"/>
          </p:cNvSpPr>
          <p:nvPr/>
        </p:nvSpPr>
        <p:spPr bwMode="auto">
          <a:xfrm>
            <a:off x="10902525" y="16486885"/>
            <a:ext cx="8407576" cy="1943342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itchFamily="34" charset="0"/>
              </a:rPr>
              <a:t>…..</a:t>
            </a: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496593" y="12756351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Objectives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29850" y="624082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Block Diagram/Figure</a:t>
            </a: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19705637" y="18064698"/>
            <a:ext cx="8866048" cy="712236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itchFamily="34" charset="0"/>
              </a:rPr>
              <a:t>…..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Calibri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4000" dirty="0">
                <a:latin typeface="Calibri" pitchFamily="34" charset="0"/>
              </a:rPr>
              <a:t>…….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87598" y="16959969"/>
            <a:ext cx="8902125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Achievements</a:t>
            </a: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19705637" y="26814433"/>
            <a:ext cx="8902125" cy="896902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-apple-system"/>
              </a:rPr>
              <a:t>…..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0" i="0" u="none" strike="noStrike" baseline="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0" i="0" u="none" strike="noStrike" baseline="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0" i="0" u="none" strike="noStrike" baseline="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0" i="0" u="none" strike="noStrike" baseline="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0" i="0" u="none" strike="noStrike" baseline="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b="0" i="0" u="none" strike="noStrike" baseline="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b="0" i="0" u="none" strike="noStrike" baseline="0" dirty="0">
                <a:latin typeface="-apple-system"/>
              </a:rPr>
              <a:t>…………..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705637" y="25674724"/>
            <a:ext cx="8902125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496593" y="13730455"/>
            <a:ext cx="8437176" cy="466014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-apple-system"/>
              </a:rPr>
              <a:t>…..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-apple-system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-apple-system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-apple-system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-apple-system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-apple-system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-apple-system"/>
              </a:rPr>
              <a:t>……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85165" y="15436459"/>
            <a:ext cx="8407576" cy="10571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Results</a:t>
            </a:r>
          </a:p>
        </p:txBody>
      </p:sp>
      <p:sp>
        <p:nvSpPr>
          <p:cNvPr id="37" name="Text Box 180"/>
          <p:cNvSpPr txBox="1">
            <a:spLocks noChangeArrowheads="1"/>
          </p:cNvSpPr>
          <p:nvPr/>
        </p:nvSpPr>
        <p:spPr bwMode="auto">
          <a:xfrm>
            <a:off x="19934872" y="15554309"/>
            <a:ext cx="8407575" cy="58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6970" tIns="43485" rIns="86970" bIns="43485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b="1" dirty="0">
                <a:latin typeface="Calibri" pitchFamily="34" charset="0"/>
              </a:rPr>
              <a:t>Figure.</a:t>
            </a:r>
            <a:r>
              <a:rPr lang="en-US" sz="3200" dirty="0">
                <a:latin typeface="Calibri" pitchFamily="34" charset="0"/>
              </a:rPr>
              <a:t> Developed hardware.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8BFCA-14A6-83B6-118F-8374942074D3}"/>
              </a:ext>
            </a:extLst>
          </p:cNvPr>
          <p:cNvSpPr txBox="1"/>
          <p:nvPr/>
        </p:nvSpPr>
        <p:spPr>
          <a:xfrm>
            <a:off x="23798684" y="2194719"/>
            <a:ext cx="32872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Academic Year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2025-2026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2" name="Text Box 192">
            <a:extLst>
              <a:ext uri="{FF2B5EF4-FFF2-40B4-BE49-F238E27FC236}">
                <a16:creationId xmlns:a16="http://schemas.microsoft.com/office/drawing/2014/main" id="{A61DF508-1C65-A450-27F3-18BED1886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593" y="19819977"/>
            <a:ext cx="8370775" cy="1574010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r>
              <a:rPr lang="en-US" sz="4000" dirty="0">
                <a:latin typeface="-apple-system"/>
              </a:rPr>
              <a:t>….</a:t>
            </a: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dirty="0"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-apple-system"/>
            </a:endParaRPr>
          </a:p>
          <a:p>
            <a:pPr marL="571500" indent="-571500" algn="just" eaLnBrk="1" hangingPunct="1">
              <a:buFont typeface="Arial" panose="020B0604020202020204" pitchFamily="34" charset="0"/>
              <a:buChar char="•"/>
            </a:pPr>
            <a:r>
              <a:rPr lang="en-US" sz="4000" dirty="0">
                <a:latin typeface="-apple-system"/>
              </a:rPr>
              <a:t>…..</a:t>
            </a:r>
            <a:endParaRPr lang="en-US" sz="4000" b="0" i="0" dirty="0">
              <a:effectLst/>
              <a:latin typeface="-apple-syste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7A76A2-7086-F67B-3B5B-E4B2358F737B}"/>
              </a:ext>
            </a:extLst>
          </p:cNvPr>
          <p:cNvSpPr/>
          <p:nvPr/>
        </p:nvSpPr>
        <p:spPr>
          <a:xfrm>
            <a:off x="1496593" y="18598952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Methodology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40FF09-EF9E-BC97-DF2B-11CB246DF9B2}"/>
              </a:ext>
            </a:extLst>
          </p:cNvPr>
          <p:cNvSpPr txBox="1"/>
          <p:nvPr/>
        </p:nvSpPr>
        <p:spPr>
          <a:xfrm>
            <a:off x="227981" y="39628162"/>
            <a:ext cx="300392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DEPARTMENT OF </a:t>
            </a:r>
            <a:r>
              <a:rPr lang="en-US" sz="7200" dirty="0">
                <a:highlight>
                  <a:srgbClr val="FFFF00"/>
                </a:highlight>
                <a:latin typeface="Aharoni" panose="02010803020104030203" pitchFamily="2" charset="-79"/>
                <a:cs typeface="Aharoni" panose="02010803020104030203" pitchFamily="2" charset="-79"/>
              </a:rPr>
              <a:t>ELECTRICAL &amp; ELECTRONICS </a:t>
            </a:r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ENGINEERING</a:t>
            </a:r>
          </a:p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(NBA Accredited)</a:t>
            </a:r>
            <a:endParaRPr lang="en-IN" sz="7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6B48A12-AED4-73EA-6A91-1F843C8F3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37" y="1"/>
            <a:ext cx="5139242" cy="5322510"/>
          </a:xfrm>
          <a:prstGeom prst="rect">
            <a:avLst/>
          </a:prstGeom>
        </p:spPr>
      </p:pic>
      <p:pic>
        <p:nvPicPr>
          <p:cNvPr id="13" name="Content Placeholder 14">
            <a:extLst>
              <a:ext uri="{FF2B5EF4-FFF2-40B4-BE49-F238E27FC236}">
                <a16:creationId xmlns:a16="http://schemas.microsoft.com/office/drawing/2014/main" id="{E3C2E6B1-78A0-A769-7070-69517FF9401A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6689" y="7871822"/>
            <a:ext cx="8401878" cy="65417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DD4A41-F64B-F0D4-8ECD-23ADB1EEA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7968" y="6680981"/>
            <a:ext cx="8057462" cy="798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2857</TotalTime>
  <Words>49</Words>
  <Application>Microsoft Office PowerPoint</Application>
  <PresentationFormat>Custom</PresentationFormat>
  <Paragraphs>107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-apple-system</vt:lpstr>
      <vt:lpstr>Arial</vt:lpstr>
      <vt:lpstr>Calibri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Vinitha ev</cp:lastModifiedBy>
  <cp:revision>83</cp:revision>
  <cp:lastPrinted>2023-09-26T08:20:09Z</cp:lastPrinted>
  <dcterms:created xsi:type="dcterms:W3CDTF">2013-02-10T21:14:48Z</dcterms:created>
  <dcterms:modified xsi:type="dcterms:W3CDTF">2025-08-13T04:14:14Z</dcterms:modified>
</cp:coreProperties>
</file>